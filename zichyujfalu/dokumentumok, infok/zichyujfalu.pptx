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A5E03-883D-4CC6-A183-1F89EACD29CF}" type="datetimeFigureOut">
              <a:rPr lang="hu-HU" smtClean="0"/>
              <a:t>2025. 01. 09.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B344FBB2-3498-4A1C-A01B-1691F6FAA6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99767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A5E03-883D-4CC6-A183-1F89EACD29CF}" type="datetimeFigureOut">
              <a:rPr lang="hu-HU" smtClean="0"/>
              <a:t>2025. 01. 09.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4FBB2-3498-4A1C-A01B-1691F6FAA6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59039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8E0A5E03-883D-4CC6-A183-1F89EACD29CF}" type="datetimeFigureOut">
              <a:rPr lang="hu-HU" smtClean="0"/>
              <a:t>2025. 01. 09.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hu-HU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B344FBB2-3498-4A1C-A01B-1691F6FAA6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47426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A5E03-883D-4CC6-A183-1F89EACD29CF}" type="datetimeFigureOut">
              <a:rPr lang="hu-HU" smtClean="0"/>
              <a:t>2025. 01. 09.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4FBB2-3498-4A1C-A01B-1691F6FAA6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58763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A5E03-883D-4CC6-A183-1F89EACD29CF}" type="datetimeFigureOut">
              <a:rPr lang="hu-HU" smtClean="0"/>
              <a:t>2025. 01. 09.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4FBB2-3498-4A1C-A01B-1691F6FAA6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12197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A5E03-883D-4CC6-A183-1F89EACD29CF}" type="datetimeFigureOut">
              <a:rPr lang="hu-HU" smtClean="0"/>
              <a:t>2025. 01. 09.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4FBB2-3498-4A1C-A01B-1691F6FAA6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3619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A5E03-883D-4CC6-A183-1F89EACD29CF}" type="datetimeFigureOut">
              <a:rPr lang="hu-HU" smtClean="0"/>
              <a:t>2025. 01. 09.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4FBB2-3498-4A1C-A01B-1691F6FAA6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97541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A5E03-883D-4CC6-A183-1F89EACD29CF}" type="datetimeFigureOut">
              <a:rPr lang="hu-HU" smtClean="0"/>
              <a:t>2025. 01. 09.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4FBB2-3498-4A1C-A01B-1691F6FAA6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55537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A5E03-883D-4CC6-A183-1F89EACD29CF}" type="datetimeFigureOut">
              <a:rPr lang="hu-HU" smtClean="0"/>
              <a:t>2025. 01. 09.</a:t>
            </a:fld>
            <a:endParaRPr lang="hu-HU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4FBB2-3498-4A1C-A01B-1691F6FAA6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99093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A5E03-883D-4CC6-A183-1F89EACD29CF}" type="datetimeFigureOut">
              <a:rPr lang="hu-HU" smtClean="0"/>
              <a:t>2025. 01. 09.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4FBB2-3498-4A1C-A01B-1691F6FAA6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16325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A5E03-883D-4CC6-A183-1F89EACD29CF}" type="datetimeFigureOut">
              <a:rPr lang="hu-HU" smtClean="0"/>
              <a:t>2025. 01. 09.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4FBB2-3498-4A1C-A01B-1691F6FAA6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67025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E0A5E03-883D-4CC6-A183-1F89EACD29CF}" type="datetimeFigureOut">
              <a:rPr lang="hu-HU" smtClean="0"/>
              <a:t>2025. 01. 09.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B344FBB2-3498-4A1C-A01B-1691F6FAA6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03046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0AD703B-49BB-4A74-BCAB-27E4A77341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Zichyújfalu</a:t>
            </a:r>
          </a:p>
        </p:txBody>
      </p:sp>
    </p:spTree>
    <p:extLst>
      <p:ext uri="{BB962C8B-B14F-4D97-AF65-F5344CB8AC3E}">
        <p14:creationId xmlns:p14="http://schemas.microsoft.com/office/powerpoint/2010/main" val="4214369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4886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726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8184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6766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00214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abetű">
  <a:themeElements>
    <a:clrScheme name="Fabetű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Fabetű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abetű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TM03090434[[fn=Fabetű]]</Template>
  <TotalTime>0</TotalTime>
  <Words>1</Words>
  <Application>Microsoft Office PowerPoint</Application>
  <PresentationFormat>Szélesvásznú</PresentationFormat>
  <Paragraphs>1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0" baseType="lpstr">
      <vt:lpstr>Rockwell</vt:lpstr>
      <vt:lpstr>Rockwell Condensed</vt:lpstr>
      <vt:lpstr>Wingdings</vt:lpstr>
      <vt:lpstr>Fabetű</vt:lpstr>
      <vt:lpstr>Zichyújfalu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Zichyújfalu</dc:title>
  <dc:creator>Juhász Máté</dc:creator>
  <cp:lastModifiedBy>Juhász Máté</cp:lastModifiedBy>
  <cp:revision>1</cp:revision>
  <dcterms:created xsi:type="dcterms:W3CDTF">2025-01-09T09:58:18Z</dcterms:created>
  <dcterms:modified xsi:type="dcterms:W3CDTF">2025-01-09T09:59:14Z</dcterms:modified>
</cp:coreProperties>
</file>